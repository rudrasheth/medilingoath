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Integrated Community Resource &amp; Crisis Response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LLMao</a:t>
            </a:r>
          </a:p>
          <a:p>
            <a:r>
              <a:t>Team Leader: Yati Rathod</a:t>
            </a:r>
          </a:p>
          <a:p>
            <a:r>
              <a:t>College: Dwarkadas J. Sanghvi College of Engineering</a:t>
            </a:r>
          </a:p>
          <a:p>
            <a:r>
              <a:t>Theme: Space / Crisis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Fragmented Coordination: Disconnect between on-ground info, resources, and agencies.</a:t>
            </a:r>
          </a:p>
          <a:p>
            <a:pPr>
              <a:defRPr sz="2000"/>
            </a:pPr>
            <a:r>
              <a:t>Communication Blackouts: Standard apps fail when cellular towers go down during disasters.</a:t>
            </a:r>
          </a:p>
          <a:p>
            <a:pPr>
              <a:defRPr sz="2000"/>
            </a:pPr>
            <a:r>
              <a:t>The Visibility Gap: Victims cannot report location; Agencies cannot track real-time inventory.</a:t>
            </a:r>
          </a:p>
          <a:p>
            <a:pPr>
              <a:defRPr sz="2000"/>
            </a:pPr>
            <a:r>
              <a:t>Unverified Noise: Panic leads to fake reports, overwhelming 100/108 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/>
          <a:p>
            <a:r>
              <a:t>Insert Image: Collage of 'No Network' signal + Chaos/Traffic Map</a:t>
            </a:r>
          </a:p>
          <a:p>
            <a:r>
              <a:t>(Paste Image Here)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PROPOSED SOLUTION &amp; 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Offline-First Mesh (USP): Bluetooth 'hopping' allows reporting without Internet.</a:t>
            </a:r>
          </a:p>
          <a:p>
            <a:pPr>
              <a:defRPr sz="2000"/>
            </a:pPr>
            <a:r>
              <a:t>Agentic AI Support (USP): Voice bot talks to users via phone call, extracting location &amp; severity automatically.</a:t>
            </a:r>
          </a:p>
          <a:p>
            <a:pPr>
              <a:defRPr sz="2000"/>
            </a:pPr>
            <a:r>
              <a:t>Unified Command Dashboard: Real-time heatmaps for agencies to visualize clusters.</a:t>
            </a:r>
          </a:p>
          <a:p>
            <a:pPr>
              <a:defRPr sz="2000"/>
            </a:pPr>
            <a:r>
              <a:t>Smart Allocation: Algorithms match 'Demand' (Victims) with nearest 'Supply' (Volunteers).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/>
          <a:p>
            <a:r>
              <a:t>Insert Image: System Architecture Diagram (App &lt;-&gt; Mesh &lt;-&gt; Cloud)</a:t>
            </a:r>
          </a:p>
          <a:p>
            <a:r>
              <a:t>(Paste Image Here)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Frontend: React Native (Mobile PWA), React.js (Admin Dashboard)</a:t>
            </a:r>
          </a:p>
          <a:p>
            <a:pPr>
              <a:defRPr sz="2000"/>
            </a:pPr>
            <a:r>
              <a:t>Connectivity: Bluetooth LE (Mesh), Twilio SDK (SMS/Voice)</a:t>
            </a:r>
          </a:p>
          <a:p>
            <a:pPr>
              <a:defRPr sz="2000"/>
            </a:pPr>
            <a:r>
              <a:t>Backend: Node.js (Real-time events), Python (AI Processing)</a:t>
            </a:r>
          </a:p>
          <a:p>
            <a:pPr>
              <a:defRPr sz="2000"/>
            </a:pPr>
            <a:r>
              <a:t>Data &amp; ML: PostgreSQL + PostGIS (Location), OpenAI/Llama (Voice Intelligence)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/>
          <a:p>
            <a:r>
              <a:t>Insert Image: Tech Logos (React, Twilio, Node, Postgres)</a:t>
            </a:r>
          </a:p>
          <a:p>
            <a:r>
              <a:t>(Paste Image Here)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100% Inclusivity: Works via Smartphone, SMS, or Voice Call.</a:t>
            </a:r>
          </a:p>
          <a:p>
            <a:pPr>
              <a:defRPr sz="2000"/>
            </a:pPr>
            <a:r>
              <a:t>Zero-Network Resilience: Communication continues even during total blackouts via Mesh.</a:t>
            </a:r>
          </a:p>
          <a:p>
            <a:pPr>
              <a:defRPr sz="2000"/>
            </a:pPr>
            <a:r>
              <a:t>Faster Response: Automated triage reduces decision time by filtering noise.</a:t>
            </a:r>
          </a:p>
          <a:p>
            <a:pPr>
              <a:defRPr sz="2000"/>
            </a:pPr>
            <a:r>
              <a:t>Responder Safety: 'Safe Routing' guides volunteers away from active hazards.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/>
          <a:p>
            <a:r>
              <a:t>Insert Image: Before vs After Scenario (Chaos vs Organized Pins)</a:t>
            </a:r>
          </a:p>
          <a:p>
            <a:r>
              <a:t>(Paste Image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FUTURE SCOPE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Business Model: B2G Subscription for Disaster Mgmt Authorities.</a:t>
            </a:r>
          </a:p>
          <a:p>
            <a:pPr>
              <a:defRPr sz="2000"/>
            </a:pPr>
            <a:r>
              <a:t>Drone Integration: Autonomous delivery of medical kits to 'Red Zones'.</a:t>
            </a:r>
          </a:p>
          <a:p>
            <a:pPr>
              <a:defRPr sz="2000"/>
            </a:pPr>
            <a:r>
              <a:t>Predictive Analytics: AI predicts resource demand based on historical weather patterns.</a:t>
            </a:r>
          </a:p>
          <a:p>
            <a:pPr>
              <a:defRPr sz="2000"/>
            </a:pPr>
            <a:r>
              <a:t>Global Ledger: Blockchain transparency for relief fund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/>
          <a:p>
            <a:r>
              <a:t>Insert Image: Roadmap Timeline or Drone Concept Art</a:t>
            </a:r>
          </a:p>
          <a:p>
            <a:r>
              <a:t>(Paste Image Here)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